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9" r:id="rId2"/>
    <p:sldId id="260" r:id="rId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3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778" autoAdjust="0"/>
    <p:restoredTop sz="94660"/>
  </p:normalViewPr>
  <p:slideViewPr>
    <p:cSldViewPr snapToGrid="0" showGuides="1">
      <p:cViewPr varScale="1">
        <p:scale>
          <a:sx n="96" d="100"/>
          <a:sy n="96" d="100"/>
        </p:scale>
        <p:origin x="672" y="52"/>
      </p:cViewPr>
      <p:guideLst>
        <p:guide orient="horz" pos="2160"/>
        <p:guide pos="3838"/>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Master" Target="../slideMasters/slideMaster1.xml"/><Relationship Id="rId5" Type="http://schemas.openxmlformats.org/officeDocument/2006/relationships/tags" Target="../tags/tag11.xml"/><Relationship Id="rId4" Type="http://schemas.openxmlformats.org/officeDocument/2006/relationships/tags" Target="../tags/tag10.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24.xml"/><Relationship Id="rId7" Type="http://schemas.openxmlformats.org/officeDocument/2006/relationships/slideMaster" Target="../slideMasters/slideMaster1.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35.xml"/><Relationship Id="rId3" Type="http://schemas.openxmlformats.org/officeDocument/2006/relationships/tags" Target="../tags/tag30.xml"/><Relationship Id="rId7" Type="http://schemas.openxmlformats.org/officeDocument/2006/relationships/tags" Target="../tags/tag34.xml"/><Relationship Id="rId2" Type="http://schemas.openxmlformats.org/officeDocument/2006/relationships/tags" Target="../tags/tag29.xml"/><Relationship Id="rId1" Type="http://schemas.openxmlformats.org/officeDocument/2006/relationships/tags" Target="../tags/tag28.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tags" Target="../tags/tag36.xml"/><Relationship Id="rId5" Type="http://schemas.openxmlformats.org/officeDocument/2006/relationships/slideMaster" Target="../slideMasters/slideMaster1.xml"/><Relationship Id="rId4" Type="http://schemas.openxmlformats.org/officeDocument/2006/relationships/tags" Target="../tags/tag39.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42.xml"/><Relationship Id="rId2" Type="http://schemas.openxmlformats.org/officeDocument/2006/relationships/tags" Target="../tags/tag41.xml"/><Relationship Id="rId1" Type="http://schemas.openxmlformats.org/officeDocument/2006/relationships/tags" Target="../tags/tag40.xml"/><Relationship Id="rId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tags" Target="../tags/tag45.xml"/><Relationship Id="rId7" Type="http://schemas.openxmlformats.org/officeDocument/2006/relationships/slideMaster" Target="../slideMasters/slideMaster1.xml"/><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tags" Target="../tags/tag48.xml"/><Relationship Id="rId5" Type="http://schemas.openxmlformats.org/officeDocument/2006/relationships/tags" Target="../tags/tag47.xml"/><Relationship Id="rId4" Type="http://schemas.openxmlformats.org/officeDocument/2006/relationships/tags" Target="../tags/tag46.xml"/></Relationships>
</file>

<file path=ppt/slideLayouts/_rels/slideLayout9.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slideMaster" Target="../slideMasters/slideMaster1.xml"/><Relationship Id="rId5" Type="http://schemas.openxmlformats.org/officeDocument/2006/relationships/tags" Target="../tags/tag53.xml"/><Relationship Id="rId4" Type="http://schemas.openxmlformats.org/officeDocument/2006/relationships/tags" Target="../tags/tag52.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6.xml"/><Relationship Id="rId2" Type="http://schemas.openxmlformats.org/officeDocument/2006/relationships/tags" Target="../tags/tag55.xml"/><Relationship Id="rId1" Type="http://schemas.openxmlformats.org/officeDocument/2006/relationships/tags" Target="../tags/tag54.xml"/><Relationship Id="rId5" Type="http://schemas.openxmlformats.org/officeDocument/2006/relationships/slideMaster" Target="../slideMasters/slideMaster1.xml"/><Relationship Id="rId4" Type="http://schemas.openxmlformats.org/officeDocument/2006/relationships/tags" Target="../tags/tag57.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60.xml"/><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slideMaster" Target="../slideMasters/slideMaster1.xml"/><Relationship Id="rId5" Type="http://schemas.openxmlformats.org/officeDocument/2006/relationships/tags" Target="../tags/tag62.xml"/><Relationship Id="rId4" Type="http://schemas.openxmlformats.org/officeDocument/2006/relationships/tags" Target="../tags/tag6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1"/>
            </p:custDataLst>
          </p:nvPr>
        </p:nvSpPr>
        <p:spPr>
          <a:xfrm>
            <a:off x="1198800" y="914400"/>
            <a:ext cx="9799200" cy="2570400"/>
          </a:xfrm>
        </p:spPr>
        <p:txBody>
          <a:bodyPr lIns="90000" tIns="46800" rIns="90000" bIns="46800" anchor="b" anchorCtr="0">
            <a:normAutofit/>
          </a:bodyPr>
          <a:lstStyle>
            <a:lvl1pPr algn="ctr">
              <a:defRPr sz="6000"/>
            </a:lvl1pPr>
          </a:lstStyle>
          <a:p>
            <a:r>
              <a:rPr lang="zh-CN" altLang="en-US" dirty="0"/>
              <a:t>单击此处编辑母版标题样式</a:t>
            </a:r>
          </a:p>
        </p:txBody>
      </p:sp>
      <p:sp>
        <p:nvSpPr>
          <p:cNvPr id="3" name="副标题 2"/>
          <p:cNvSpPr>
            <a:spLocks noGrp="1"/>
          </p:cNvSpPr>
          <p:nvPr>
            <p:ph type="subTitle" idx="1"/>
            <p:custDataLst>
              <p:tags r:id="rId2"/>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6" name="日期占位符 15"/>
          <p:cNvSpPr>
            <a:spLocks noGrp="1"/>
          </p:cNvSpPr>
          <p:nvPr>
            <p:ph type="dt" sz="half" idx="10"/>
            <p:custDataLst>
              <p:tags r:id="rId3"/>
            </p:custDataLst>
          </p:nvPr>
        </p:nvSpPr>
        <p:spPr/>
        <p:txBody>
          <a:bodyPr/>
          <a:lstStyle/>
          <a:p>
            <a:fld id="{760FBDFE-C587-4B4C-A407-44438C67B59E}" type="datetimeFigureOut">
              <a:rPr lang="zh-CN" altLang="en-US" smtClean="0"/>
              <a:t>2026/4/19</a:t>
            </a:fld>
            <a:endParaRPr lang="zh-CN" altLang="en-US"/>
          </a:p>
        </p:txBody>
      </p:sp>
      <p:sp>
        <p:nvSpPr>
          <p:cNvPr id="17" name="页脚占位符 16"/>
          <p:cNvSpPr>
            <a:spLocks noGrp="1"/>
          </p:cNvSpPr>
          <p:nvPr>
            <p:ph type="ftr" sz="quarter" idx="11"/>
            <p:custDataLst>
              <p:tags r:id="rId4"/>
            </p:custDataLst>
          </p:nvPr>
        </p:nvSpPr>
        <p:spPr/>
        <p:txBody>
          <a:bodyPr/>
          <a:lstStyle/>
          <a:p>
            <a:endParaRPr lang="zh-CN" altLang="en-US" dirty="0"/>
          </a:p>
        </p:txBody>
      </p:sp>
      <p:sp>
        <p:nvSpPr>
          <p:cNvPr id="18" name="灯片编号占位符 17"/>
          <p:cNvSpPr>
            <a:spLocks noGrp="1"/>
          </p:cNvSpPr>
          <p:nvPr>
            <p:ph type="sldNum" sz="quarter" idx="12"/>
            <p:custDataLst>
              <p:tags r:id="rId5"/>
            </p:custDataLst>
          </p:nvPr>
        </p:nvSpPr>
        <p:spPr/>
        <p:txBody>
          <a:bodyPr/>
          <a:lstStyle/>
          <a:p>
            <a:fld id="{49AE70B2-8BF9-45C0-BB95-33D1B9D3A854}" type="slidenum">
              <a:rPr lang="zh-CN" altLang="en-US" smtClean="0"/>
              <a:t>‹#›</a:t>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p>
        </p:txBody>
      </p:sp>
      <p:sp>
        <p:nvSpPr>
          <p:cNvPr id="3" name="内容占位符 2"/>
          <p:cNvSpPr>
            <a:spLocks noGrp="1"/>
          </p:cNvSpPr>
          <p:nvPr>
            <p:ph idx="1"/>
            <p:custDataLst>
              <p:tags r:id="rId2"/>
            </p:custDataLst>
          </p:nvPr>
        </p:nvSpPr>
        <p:spPr>
          <a:xfrm>
            <a:off x="608400" y="1490400"/>
            <a:ext cx="10969200" cy="4759200"/>
          </a:xfrm>
        </p:spPr>
        <p:txBody>
          <a:bodyPr vert="horz" lIns="90000" tIns="46800" rIns="90000" bIns="4680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custDataLst>
              <p:tags r:id="rId3"/>
            </p:custDataLst>
          </p:nvPr>
        </p:nvSpPr>
        <p:spPr/>
        <p:txBody>
          <a:bodyPr/>
          <a:lstStyle/>
          <a:p>
            <a:fld id="{760FBDFE-C587-4B4C-A407-44438C67B59E}" type="datetimeFigureOut">
              <a:rPr lang="zh-CN" altLang="en-US" smtClean="0"/>
              <a:t>2026/4/19</a:t>
            </a:fld>
            <a:endParaRPr lang="zh-CN" altLang="en-US"/>
          </a:p>
        </p:txBody>
      </p:sp>
      <p:sp>
        <p:nvSpPr>
          <p:cNvPr id="5" name="页脚占位符 4"/>
          <p:cNvSpPr>
            <a:spLocks noGrp="1"/>
          </p:cNvSpPr>
          <p:nvPr>
            <p:ph type="ftr" sz="quarter" idx="11"/>
            <p:custDataLst>
              <p:tags r:id="rId4"/>
            </p:custDataLst>
          </p:nvPr>
        </p:nvSpPr>
        <p:spPr/>
        <p:txBody>
          <a:bodyPr/>
          <a:lstStyle/>
          <a:p>
            <a:endParaRPr lang="zh-CN" altLang="en-US"/>
          </a:p>
        </p:txBody>
      </p:sp>
      <p:sp>
        <p:nvSpPr>
          <p:cNvPr id="6" name="灯片编号占位符 5"/>
          <p:cNvSpPr>
            <a:spLocks noGrp="1"/>
          </p:cNvSpPr>
          <p:nvPr>
            <p:ph type="sldNum" sz="quarter" idx="12"/>
            <p:custDataLst>
              <p:tags r:id="rId5"/>
            </p:custDataLst>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1"/>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p>
        </p:txBody>
      </p:sp>
      <p:sp>
        <p:nvSpPr>
          <p:cNvPr id="3" name="文本占位符 2"/>
          <p:cNvSpPr>
            <a:spLocks noGrp="1"/>
          </p:cNvSpPr>
          <p:nvPr>
            <p:ph type="body" idx="1" hasCustomPrompt="1"/>
            <p:custDataLst>
              <p:tags r:id="rId2"/>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p>
        </p:txBody>
      </p:sp>
      <p:sp>
        <p:nvSpPr>
          <p:cNvPr id="4" name="日期占位符 3"/>
          <p:cNvSpPr>
            <a:spLocks noGrp="1"/>
          </p:cNvSpPr>
          <p:nvPr>
            <p:ph type="dt" sz="half" idx="10"/>
            <p:custDataLst>
              <p:tags r:id="rId3"/>
            </p:custDataLst>
          </p:nvPr>
        </p:nvSpPr>
        <p:spPr/>
        <p:txBody>
          <a:bodyPr/>
          <a:lstStyle/>
          <a:p>
            <a:fld id="{760FBDFE-C587-4B4C-A407-44438C67B59E}" type="datetimeFigureOut">
              <a:rPr lang="zh-CN" altLang="en-US" smtClean="0"/>
              <a:t>2026/4/19</a:t>
            </a:fld>
            <a:endParaRPr lang="zh-CN" altLang="en-US"/>
          </a:p>
        </p:txBody>
      </p:sp>
      <p:sp>
        <p:nvSpPr>
          <p:cNvPr id="5" name="页脚占位符 4"/>
          <p:cNvSpPr>
            <a:spLocks noGrp="1"/>
          </p:cNvSpPr>
          <p:nvPr>
            <p:ph type="ftr" sz="quarter" idx="11"/>
            <p:custDataLst>
              <p:tags r:id="rId4"/>
            </p:custDataLst>
          </p:nvPr>
        </p:nvSpPr>
        <p:spPr/>
        <p:txBody>
          <a:bodyPr/>
          <a:lstStyle/>
          <a:p>
            <a:endParaRPr lang="zh-CN" altLang="en-US"/>
          </a:p>
        </p:txBody>
      </p:sp>
      <p:sp>
        <p:nvSpPr>
          <p:cNvPr id="6" name="灯片编号占位符 5"/>
          <p:cNvSpPr>
            <a:spLocks noGrp="1"/>
          </p:cNvSpPr>
          <p:nvPr>
            <p:ph type="sldNum" sz="quarter" idx="12"/>
            <p:custDataLst>
              <p:tags r:id="rId5"/>
            </p:custDataLst>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p>
        </p:txBody>
      </p:sp>
      <p:sp>
        <p:nvSpPr>
          <p:cNvPr id="3" name="内容占位符 2"/>
          <p:cNvSpPr>
            <a:spLocks noGrp="1"/>
          </p:cNvSpPr>
          <p:nvPr>
            <p:ph sz="half" idx="1"/>
            <p:custDataLst>
              <p:tags r:id="rId2"/>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custDataLst>
              <p:tags r:id="rId3"/>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日期占位符 4"/>
          <p:cNvSpPr>
            <a:spLocks noGrp="1"/>
          </p:cNvSpPr>
          <p:nvPr>
            <p:ph type="dt" sz="half" idx="10"/>
            <p:custDataLst>
              <p:tags r:id="rId4"/>
            </p:custDataLst>
          </p:nvPr>
        </p:nvSpPr>
        <p:spPr/>
        <p:txBody>
          <a:bodyPr/>
          <a:lstStyle/>
          <a:p>
            <a:fld id="{760FBDFE-C587-4B4C-A407-44438C67B59E}" type="datetimeFigureOut">
              <a:rPr lang="zh-CN" altLang="en-US" smtClean="0"/>
              <a:t>2026/4/19</a:t>
            </a:fld>
            <a:endParaRPr lang="zh-CN" altLang="en-US"/>
          </a:p>
        </p:txBody>
      </p:sp>
      <p:sp>
        <p:nvSpPr>
          <p:cNvPr id="6" name="页脚占位符 5"/>
          <p:cNvSpPr>
            <a:spLocks noGrp="1"/>
          </p:cNvSpPr>
          <p:nvPr>
            <p:ph type="ftr" sz="quarter" idx="11"/>
            <p:custDataLst>
              <p:tags r:id="rId5"/>
            </p:custDataLst>
          </p:nvPr>
        </p:nvSpPr>
        <p:spPr/>
        <p:txBody>
          <a:bodyPr/>
          <a:lstStyle/>
          <a:p>
            <a:endParaRPr lang="zh-CN" altLang="en-US"/>
          </a:p>
        </p:txBody>
      </p:sp>
      <p:sp>
        <p:nvSpPr>
          <p:cNvPr id="7" name="灯片编号占位符 6"/>
          <p:cNvSpPr>
            <a:spLocks noGrp="1"/>
          </p:cNvSpPr>
          <p:nvPr>
            <p:ph type="sldNum" sz="quarter" idx="12"/>
            <p:custDataLst>
              <p:tags r:id="rId6"/>
            </p:custDataLst>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p>
        </p:txBody>
      </p:sp>
      <p:sp>
        <p:nvSpPr>
          <p:cNvPr id="3" name="文本占位符 2"/>
          <p:cNvSpPr>
            <a:spLocks noGrp="1"/>
          </p:cNvSpPr>
          <p:nvPr>
            <p:ph type="body" idx="1" hasCustomPrompt="1"/>
            <p:custDataLst>
              <p:tags r:id="rId2"/>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p>
        </p:txBody>
      </p:sp>
      <p:sp>
        <p:nvSpPr>
          <p:cNvPr id="4" name="内容占位符 3"/>
          <p:cNvSpPr>
            <a:spLocks noGrp="1"/>
          </p:cNvSpPr>
          <p:nvPr>
            <p:ph sz="half" idx="2"/>
            <p:custDataLst>
              <p:tags r:id="rId3"/>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hasCustomPrompt="1"/>
            <p:custDataLst>
              <p:tags r:id="rId4"/>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p>
        </p:txBody>
      </p:sp>
      <p:sp>
        <p:nvSpPr>
          <p:cNvPr id="6" name="内容占位符 5"/>
          <p:cNvSpPr>
            <a:spLocks noGrp="1"/>
          </p:cNvSpPr>
          <p:nvPr>
            <p:ph sz="quarter" idx="4"/>
            <p:custDataLst>
              <p:tags r:id="rId5"/>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custDataLst>
              <p:tags r:id="rId6"/>
            </p:custDataLst>
          </p:nvPr>
        </p:nvSpPr>
        <p:spPr/>
        <p:txBody>
          <a:bodyPr/>
          <a:lstStyle/>
          <a:p>
            <a:fld id="{760FBDFE-C587-4B4C-A407-44438C67B59E}" type="datetimeFigureOut">
              <a:rPr lang="zh-CN" altLang="en-US" smtClean="0"/>
              <a:t>2026/4/19</a:t>
            </a:fld>
            <a:endParaRPr lang="zh-CN" altLang="en-US"/>
          </a:p>
        </p:txBody>
      </p:sp>
      <p:sp>
        <p:nvSpPr>
          <p:cNvPr id="8" name="页脚占位符 7"/>
          <p:cNvSpPr>
            <a:spLocks noGrp="1"/>
          </p:cNvSpPr>
          <p:nvPr>
            <p:ph type="ftr" sz="quarter" idx="11"/>
            <p:custDataLst>
              <p:tags r:id="rId7"/>
            </p:custDataLst>
          </p:nvPr>
        </p:nvSpPr>
        <p:spPr/>
        <p:txBody>
          <a:bodyPr/>
          <a:lstStyle/>
          <a:p>
            <a:endParaRPr lang="zh-CN" altLang="en-US"/>
          </a:p>
        </p:txBody>
      </p:sp>
      <p:sp>
        <p:nvSpPr>
          <p:cNvPr id="9" name="灯片编号占位符 8"/>
          <p:cNvSpPr>
            <a:spLocks noGrp="1"/>
          </p:cNvSpPr>
          <p:nvPr>
            <p:ph type="sldNum" sz="quarter" idx="12"/>
            <p:custDataLst>
              <p:tags r:id="rId8"/>
            </p:custDataLst>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p>
        </p:txBody>
      </p:sp>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t>2026/4/19</a:t>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1"/>
            </p:custDataLst>
          </p:nvPr>
        </p:nvSpPr>
        <p:spPr/>
        <p:txBody>
          <a:bodyPr/>
          <a:lstStyle/>
          <a:p>
            <a:fld id="{760FBDFE-C587-4B4C-A407-44438C67B59E}" type="datetimeFigureOut">
              <a:rPr lang="zh-CN" altLang="en-US" smtClean="0"/>
              <a:t>2026/4/19</a:t>
            </a:fld>
            <a:endParaRPr lang="zh-CN" altLang="en-US"/>
          </a:p>
        </p:txBody>
      </p:sp>
      <p:sp>
        <p:nvSpPr>
          <p:cNvPr id="3" name="页脚占位符 2"/>
          <p:cNvSpPr>
            <a:spLocks noGrp="1"/>
          </p:cNvSpPr>
          <p:nvPr>
            <p:ph type="ftr" sz="quarter" idx="11"/>
            <p:custDataLst>
              <p:tags r:id="rId2"/>
            </p:custDataLst>
          </p:nvPr>
        </p:nvSpPr>
        <p:spPr/>
        <p:txBody>
          <a:bodyPr/>
          <a:lstStyle/>
          <a:p>
            <a:endParaRPr lang="zh-CN" altLang="en-US"/>
          </a:p>
        </p:txBody>
      </p:sp>
      <p:sp>
        <p:nvSpPr>
          <p:cNvPr id="4" name="灯片编号占位符 3"/>
          <p:cNvSpPr>
            <a:spLocks noGrp="1"/>
          </p:cNvSpPr>
          <p:nvPr>
            <p:ph type="sldNum" sz="quarter" idx="12"/>
            <p:custDataLst>
              <p:tags r:id="rId3"/>
            </p:custDataLst>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1"/>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2"/>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p>
        </p:txBody>
      </p:sp>
      <p:sp>
        <p:nvSpPr>
          <p:cNvPr id="5" name="日期占位符 4"/>
          <p:cNvSpPr>
            <a:spLocks noGrp="1"/>
          </p:cNvSpPr>
          <p:nvPr>
            <p:ph type="dt" sz="half" idx="10"/>
            <p:custDataLst>
              <p:tags r:id="rId3"/>
            </p:custDataLst>
          </p:nvPr>
        </p:nvSpPr>
        <p:spPr/>
        <p:txBody>
          <a:bodyPr/>
          <a:lstStyle/>
          <a:p>
            <a:fld id="{9EFD9D74-47D9-4702-A33C-335B63B48DBF}" type="datetimeFigureOut">
              <a:rPr lang="zh-CN" altLang="en-US" smtClean="0"/>
              <a:t>2026/4/19</a:t>
            </a:fld>
            <a:endParaRPr lang="zh-CN" altLang="en-US" dirty="0"/>
          </a:p>
        </p:txBody>
      </p:sp>
      <p:sp>
        <p:nvSpPr>
          <p:cNvPr id="6" name="页脚占位符 5"/>
          <p:cNvSpPr>
            <a:spLocks noGrp="1"/>
          </p:cNvSpPr>
          <p:nvPr>
            <p:ph type="ftr" sz="quarter" idx="11"/>
            <p:custDataLst>
              <p:tags r:id="rId4"/>
            </p:custDataLst>
          </p:nvPr>
        </p:nvSpPr>
        <p:spPr/>
        <p:txBody>
          <a:bodyPr/>
          <a:lstStyle/>
          <a:p>
            <a:endParaRPr lang="zh-CN" altLang="en-US" dirty="0"/>
          </a:p>
        </p:txBody>
      </p:sp>
      <p:sp>
        <p:nvSpPr>
          <p:cNvPr id="7" name="灯片编号占位符 6"/>
          <p:cNvSpPr>
            <a:spLocks noGrp="1"/>
          </p:cNvSpPr>
          <p:nvPr>
            <p:ph type="sldNum" sz="quarter" idx="12"/>
            <p:custDataLst>
              <p:tags r:id="rId5"/>
            </p:custDataLst>
          </p:nvPr>
        </p:nvSpPr>
        <p:spPr/>
        <p:txBody>
          <a:bodyPr/>
          <a:lstStyle/>
          <a:p>
            <a:fld id="{FABC47A4-756D-490B-A52F-7D9E2C9FC05F}" type="slidenum">
              <a:rPr lang="zh-CN" altLang="en-US" smtClean="0"/>
              <a:t>‹#›</a:t>
            </a:fld>
            <a:endParaRPr lang="zh-CN" altLang="en-US"/>
          </a:p>
        </p:txBody>
      </p:sp>
      <p:sp>
        <p:nvSpPr>
          <p:cNvPr id="9" name="标题 8"/>
          <p:cNvSpPr>
            <a:spLocks noGrp="1"/>
          </p:cNvSpPr>
          <p:nvPr>
            <p:ph type="title"/>
            <p:custDataLst>
              <p:tags r:id="rId6"/>
            </p:custDataLst>
          </p:nvPr>
        </p:nvSpPr>
        <p:spPr/>
        <p:txBody>
          <a:bodyPr/>
          <a:lstStyle/>
          <a:p>
            <a:r>
              <a:rPr lang="zh-CN" altLang="en-US"/>
              <a:t>单击此处编辑母版标题样式</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1"/>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a:t>单击此处编辑标题</a:t>
            </a:r>
          </a:p>
        </p:txBody>
      </p:sp>
      <p:sp>
        <p:nvSpPr>
          <p:cNvPr id="3" name="竖排文字占位符 2"/>
          <p:cNvSpPr>
            <a:spLocks noGrp="1"/>
          </p:cNvSpPr>
          <p:nvPr>
            <p:ph type="body" orient="vert" idx="1"/>
            <p:custDataLst>
              <p:tags r:id="rId2"/>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custDataLst>
              <p:tags r:id="rId3"/>
            </p:custDataLst>
          </p:nvPr>
        </p:nvSpPr>
        <p:spPr/>
        <p:txBody>
          <a:bodyPr/>
          <a:lstStyle/>
          <a:p>
            <a:fld id="{760FBDFE-C587-4B4C-A407-44438C67B59E}" type="datetimeFigureOut">
              <a:rPr lang="zh-CN" altLang="en-US" smtClean="0"/>
              <a:t>2026/4/19</a:t>
            </a:fld>
            <a:endParaRPr lang="zh-CN" altLang="en-US"/>
          </a:p>
        </p:txBody>
      </p:sp>
      <p:sp>
        <p:nvSpPr>
          <p:cNvPr id="5" name="页脚占位符 4"/>
          <p:cNvSpPr>
            <a:spLocks noGrp="1"/>
          </p:cNvSpPr>
          <p:nvPr>
            <p:ph type="ftr" sz="quarter" idx="11"/>
            <p:custDataLst>
              <p:tags r:id="rId4"/>
            </p:custDataLst>
          </p:nvPr>
        </p:nvSpPr>
        <p:spPr/>
        <p:txBody>
          <a:bodyPr/>
          <a:lstStyle/>
          <a:p>
            <a:endParaRPr lang="zh-CN" altLang="en-US"/>
          </a:p>
        </p:txBody>
      </p:sp>
      <p:sp>
        <p:nvSpPr>
          <p:cNvPr id="6" name="灯片编号占位符 5"/>
          <p:cNvSpPr>
            <a:spLocks noGrp="1"/>
          </p:cNvSpPr>
          <p:nvPr>
            <p:ph type="sldNum" sz="quarter" idx="12"/>
            <p:custDataLst>
              <p:tags r:id="rId5"/>
            </p:custDataLst>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1"/>
            </p:custDataLst>
          </p:nvPr>
        </p:nvSpPr>
        <p:spPr/>
        <p:txBody>
          <a:bodyPr/>
          <a:lstStyle/>
          <a:p>
            <a:fld id="{760FBDFE-C587-4B4C-A407-44438C67B59E}" type="datetimeFigureOut">
              <a:rPr lang="zh-CN" altLang="en-US" smtClean="0"/>
              <a:t>2026/4/19</a:t>
            </a:fld>
            <a:endParaRPr lang="zh-CN" altLang="en-US"/>
          </a:p>
        </p:txBody>
      </p:sp>
      <p:sp>
        <p:nvSpPr>
          <p:cNvPr id="4" name="页脚占位符 3"/>
          <p:cNvSpPr>
            <a:spLocks noGrp="1"/>
          </p:cNvSpPr>
          <p:nvPr>
            <p:ph type="ftr" sz="quarter" idx="11"/>
            <p:custDataLst>
              <p:tags r:id="rId2"/>
            </p:custDataLst>
          </p:nvPr>
        </p:nvSpPr>
        <p:spPr/>
        <p:txBody>
          <a:bodyPr/>
          <a:lstStyle/>
          <a:p>
            <a:endParaRPr lang="zh-CN" altLang="en-US"/>
          </a:p>
        </p:txBody>
      </p:sp>
      <p:sp>
        <p:nvSpPr>
          <p:cNvPr id="5" name="灯片编号占位符 4"/>
          <p:cNvSpPr>
            <a:spLocks noGrp="1"/>
          </p:cNvSpPr>
          <p:nvPr>
            <p:ph type="sldNum" sz="quarter" idx="12"/>
            <p:custDataLst>
              <p:tags r:id="rId3"/>
            </p:custDataLst>
          </p:nvPr>
        </p:nvSpPr>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custDataLst>
              <p:tags r:id="rId4"/>
            </p:custDataLst>
          </p:nvPr>
        </p:nvSpPr>
        <p:spPr>
          <a:xfrm>
            <a:off x="608400" y="774000"/>
            <a:ext cx="10972800" cy="5482800"/>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1"/>
            </p:custDataLst>
          </p:nvPr>
        </p:nvSpPr>
        <p:spPr/>
        <p:txBody>
          <a:bodyPr/>
          <a:lstStyle/>
          <a:p>
            <a:fld id="{760FBDFE-C587-4B4C-A407-44438C67B59E}" type="datetimeFigureOut">
              <a:rPr lang="zh-CN" altLang="en-US" smtClean="0"/>
              <a:t>2026/4/19</a:t>
            </a:fld>
            <a:endParaRPr lang="zh-CN" altLang="en-US"/>
          </a:p>
        </p:txBody>
      </p:sp>
      <p:sp>
        <p:nvSpPr>
          <p:cNvPr id="4" name="页脚占位符 3"/>
          <p:cNvSpPr>
            <a:spLocks noGrp="1"/>
          </p:cNvSpPr>
          <p:nvPr>
            <p:ph type="ftr" sz="quarter" idx="11"/>
            <p:custDataLst>
              <p:tags r:id="rId2"/>
            </p:custDataLst>
          </p:nvPr>
        </p:nvSpPr>
        <p:spPr/>
        <p:txBody>
          <a:bodyPr/>
          <a:lstStyle/>
          <a:p>
            <a:endParaRPr lang="zh-CN" altLang="en-US"/>
          </a:p>
        </p:txBody>
      </p:sp>
      <p:sp>
        <p:nvSpPr>
          <p:cNvPr id="5" name="灯片编号占位符 4"/>
          <p:cNvSpPr>
            <a:spLocks noGrp="1"/>
          </p:cNvSpPr>
          <p:nvPr>
            <p:ph type="sldNum" sz="quarter" idx="12"/>
            <p:custDataLst>
              <p:tags r:id="rId3"/>
            </p:custDataLst>
          </p:nvPr>
        </p:nvSpPr>
        <p:spPr/>
        <p:txBody>
          <a:bodyPr/>
          <a:lstStyle/>
          <a:p>
            <a:fld id="{49AE70B2-8BF9-45C0-BB95-33D1B9D3A854}" type="slidenum">
              <a:rPr lang="zh-CN" altLang="en-US" smtClean="0"/>
              <a:t>‹#›</a:t>
            </a:fld>
            <a:endParaRPr lang="zh-CN" altLang="en-US"/>
          </a:p>
        </p:txBody>
      </p:sp>
      <p:sp>
        <p:nvSpPr>
          <p:cNvPr id="2" name="标题 1"/>
          <p:cNvSpPr>
            <a:spLocks noGrp="1"/>
          </p:cNvSpPr>
          <p:nvPr>
            <p:ph type="title" hasCustomPrompt="1"/>
            <p:custDataLst>
              <p:tags r:id="rId4"/>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zh-CN" altLang="en-US"/>
              <a:t>单击此处编辑标题</a:t>
            </a:r>
          </a:p>
        </p:txBody>
      </p:sp>
      <p:sp>
        <p:nvSpPr>
          <p:cNvPr id="7" name="文本占位符 6"/>
          <p:cNvSpPr>
            <a:spLocks noGrp="1"/>
          </p:cNvSpPr>
          <p:nvPr>
            <p:ph type="body" sz="quarter" idx="13"/>
            <p:custDataLst>
              <p:tags r:id="rId5"/>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1.xml"/><Relationship Id="rId18" Type="http://schemas.openxmlformats.org/officeDocument/2006/relationships/tags" Target="../tags/tag6.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17" Type="http://schemas.openxmlformats.org/officeDocument/2006/relationships/tags" Target="../tags/tag5.xml"/><Relationship Id="rId2" Type="http://schemas.openxmlformats.org/officeDocument/2006/relationships/slideLayout" Target="../slideLayouts/slideLayout2.xml"/><Relationship Id="rId16" Type="http://schemas.openxmlformats.org/officeDocument/2006/relationships/tags" Target="../tags/tag4.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ags" Target="../tags/tag3.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4"/>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p>
        </p:txBody>
      </p:sp>
      <p:sp>
        <p:nvSpPr>
          <p:cNvPr id="3" name="文本占位符 2"/>
          <p:cNvSpPr>
            <a:spLocks noGrp="1"/>
          </p:cNvSpPr>
          <p:nvPr>
            <p:ph type="body" idx="1"/>
            <p:custDataLst>
              <p:tags r:id="rId15"/>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custDataLst>
              <p:tags r:id="rId16"/>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t>2026/4/19</a:t>
            </a:fld>
            <a:endParaRPr lang="zh-CN" altLang="en-US"/>
          </a:p>
        </p:txBody>
      </p:sp>
      <p:sp>
        <p:nvSpPr>
          <p:cNvPr id="5" name="页脚占位符 4"/>
          <p:cNvSpPr>
            <a:spLocks noGrp="1"/>
          </p:cNvSpPr>
          <p:nvPr>
            <p:ph type="ftr" sz="quarter" idx="3"/>
            <p:custDataLst>
              <p:tags r:id="rId17"/>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8"/>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t>‹#›</a:t>
            </a:fld>
            <a:endParaRPr lang="zh-CN" altLang="en-US" dirty="0"/>
          </a:p>
        </p:txBody>
      </p:sp>
    </p:spTree>
    <p:custDataLst>
      <p:tags r:id="rId13"/>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4.png"/><Relationship Id="rId2" Type="http://schemas.openxmlformats.org/officeDocument/2006/relationships/tags" Target="../tags/tag64.xml"/><Relationship Id="rId1" Type="http://schemas.openxmlformats.org/officeDocument/2006/relationships/tags" Target="../tags/tag63.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a:lstStyle/>
          <a:p>
            <a:r>
              <a:rPr lang="zh-CN" altLang="en-US"/>
              <a:t>项目背景</a:t>
            </a:r>
          </a:p>
        </p:txBody>
      </p:sp>
      <p:sp>
        <p:nvSpPr>
          <p:cNvPr id="4" name="文本框 3"/>
          <p:cNvSpPr txBox="1"/>
          <p:nvPr/>
        </p:nvSpPr>
        <p:spPr>
          <a:xfrm>
            <a:off x="3011170" y="829945"/>
            <a:ext cx="4455795" cy="368300"/>
          </a:xfrm>
          <a:prstGeom prst="rect">
            <a:avLst/>
          </a:prstGeom>
          <a:noFill/>
        </p:spPr>
        <p:txBody>
          <a:bodyPr wrap="square" rtlCol="0">
            <a:spAutoFit/>
          </a:bodyPr>
          <a:lstStyle/>
          <a:p>
            <a:r>
              <a:rPr lang="zh-CN" altLang="en-US"/>
              <a:t>脑疾病，人类征服疾病的最后一道难关</a:t>
            </a:r>
          </a:p>
        </p:txBody>
      </p:sp>
      <p:sp>
        <p:nvSpPr>
          <p:cNvPr id="5" name="文本框 4"/>
          <p:cNvSpPr txBox="1"/>
          <p:nvPr/>
        </p:nvSpPr>
        <p:spPr>
          <a:xfrm>
            <a:off x="154527" y="1790325"/>
            <a:ext cx="5238894" cy="1477328"/>
          </a:xfrm>
          <a:prstGeom prst="rect">
            <a:avLst/>
          </a:prstGeom>
          <a:noFill/>
        </p:spPr>
        <p:txBody>
          <a:bodyPr wrap="square" rtlCol="0">
            <a:spAutoFit/>
          </a:bodyPr>
          <a:lstStyle/>
          <a:p>
            <a:pPr marL="285750" indent="-285750">
              <a:buFont typeface="Arial" panose="020B0604020202020204" pitchFamily="34" charset="0"/>
              <a:buChar char="•"/>
            </a:pPr>
            <a:r>
              <a:rPr lang="zh-CN" altLang="zh-CN" b="1" dirty="0"/>
              <a:t>动物模型</a:t>
            </a:r>
            <a:r>
              <a:rPr lang="zh-CN" altLang="zh-CN" dirty="0"/>
              <a:t>难以模拟人类特有的脑发育</a:t>
            </a:r>
            <a:endParaRPr lang="en-US" altLang="zh-CN" dirty="0"/>
          </a:p>
          <a:p>
            <a:pPr marL="285750" indent="-285750">
              <a:buFont typeface="Arial" panose="020B0604020202020204" pitchFamily="34" charset="0"/>
              <a:buChar char="•"/>
            </a:pPr>
            <a:r>
              <a:rPr lang="zh-CN" altLang="zh-CN" b="1" dirty="0"/>
              <a:t>临床研究</a:t>
            </a:r>
            <a:r>
              <a:rPr lang="zh-CN" altLang="zh-CN" dirty="0"/>
              <a:t>缺乏对疾病发生过程的连续刻画</a:t>
            </a:r>
            <a:endParaRPr lang="en-US" altLang="zh-CN" dirty="0"/>
          </a:p>
          <a:p>
            <a:pPr marL="285750" indent="-285750">
              <a:buFont typeface="Arial" panose="020B0604020202020204" pitchFamily="34" charset="0"/>
              <a:buChar char="•"/>
            </a:pPr>
            <a:r>
              <a:rPr lang="zh-CN" altLang="en-US" dirty="0"/>
              <a:t>人类大脑在皮层结构、神经发生时序及调控机制等方面具有显著</a:t>
            </a:r>
            <a:r>
              <a:rPr lang="zh-CN" altLang="en-US" b="1" dirty="0"/>
              <a:t>特异性</a:t>
            </a:r>
            <a:endParaRPr lang="en-US" altLang="zh-CN" b="1" dirty="0"/>
          </a:p>
          <a:p>
            <a:pPr marL="285750" indent="-285750">
              <a:buFont typeface="Arial" panose="020B0604020202020204" pitchFamily="34" charset="0"/>
              <a:buChar char="•"/>
            </a:pPr>
            <a:r>
              <a:rPr lang="zh-CN" altLang="en-US" dirty="0"/>
              <a:t>现有方法难以完整刻画脑疾病发生机制</a:t>
            </a:r>
          </a:p>
        </p:txBody>
      </p:sp>
      <p:sp>
        <p:nvSpPr>
          <p:cNvPr id="7" name="文本框 6"/>
          <p:cNvSpPr txBox="1"/>
          <p:nvPr/>
        </p:nvSpPr>
        <p:spPr>
          <a:xfrm>
            <a:off x="2461136" y="6249600"/>
            <a:ext cx="6402705" cy="368300"/>
          </a:xfrm>
          <a:prstGeom prst="rect">
            <a:avLst/>
          </a:prstGeom>
          <a:noFill/>
        </p:spPr>
        <p:txBody>
          <a:bodyPr wrap="square" rtlCol="0">
            <a:spAutoFit/>
          </a:bodyPr>
          <a:lstStyle/>
          <a:p>
            <a:r>
              <a:rPr lang="zh-CN" altLang="en-US" dirty="0"/>
              <a:t>脑类器官构建精准破局，为脑疾病治疗方法研究提供关键支撑</a:t>
            </a:r>
          </a:p>
        </p:txBody>
      </p:sp>
      <p:sp>
        <p:nvSpPr>
          <p:cNvPr id="9" name="文本框 8"/>
          <p:cNvSpPr txBox="1"/>
          <p:nvPr/>
        </p:nvSpPr>
        <p:spPr>
          <a:xfrm>
            <a:off x="6464794" y="1915911"/>
            <a:ext cx="5112806" cy="2031325"/>
          </a:xfrm>
          <a:prstGeom prst="rect">
            <a:avLst/>
          </a:prstGeom>
          <a:noFill/>
        </p:spPr>
        <p:txBody>
          <a:bodyPr wrap="square" rtlCol="0">
            <a:spAutoFit/>
          </a:bodyPr>
          <a:lstStyle/>
          <a:p>
            <a:pPr marL="285750" indent="-285750">
              <a:buFont typeface="Arial" panose="020B0604020202020204" pitchFamily="34" charset="0"/>
              <a:buChar char="•"/>
            </a:pPr>
            <a:r>
              <a:rPr lang="zh-CN" altLang="en-US" dirty="0"/>
              <a:t>脑疾病发生发展受</a:t>
            </a:r>
            <a:r>
              <a:rPr lang="zh-CN" altLang="en-US" b="1" dirty="0"/>
              <a:t>细胞空间分布</a:t>
            </a:r>
            <a:r>
              <a:rPr lang="zh-CN" altLang="en-US" dirty="0"/>
              <a:t>、</a:t>
            </a:r>
            <a:r>
              <a:rPr lang="zh-CN" altLang="en-US" b="1" dirty="0"/>
              <a:t>信号分子梯度</a:t>
            </a:r>
            <a:r>
              <a:rPr lang="zh-CN" altLang="en-US" dirty="0"/>
              <a:t>、</a:t>
            </a:r>
            <a:r>
              <a:rPr lang="zh-CN" altLang="en-US" b="1" dirty="0"/>
              <a:t>神经网络结构</a:t>
            </a:r>
            <a:r>
              <a:rPr lang="zh-CN" altLang="en-US" dirty="0"/>
              <a:t>等共同调控</a:t>
            </a:r>
            <a:endParaRPr lang="en-US" altLang="zh-CN" dirty="0"/>
          </a:p>
          <a:p>
            <a:pPr marL="285750" indent="-285750">
              <a:buFont typeface="Arial" panose="020B0604020202020204" pitchFamily="34" charset="0"/>
              <a:buChar char="•"/>
            </a:pPr>
            <a:r>
              <a:rPr lang="zh-CN" altLang="en-US" dirty="0"/>
              <a:t>二维培养缺乏三维组织结构与细胞间互作</a:t>
            </a:r>
          </a:p>
          <a:p>
            <a:pPr marL="285750" indent="-285750">
              <a:buFont typeface="Arial" panose="020B0604020202020204" pitchFamily="34" charset="0"/>
              <a:buChar char="•"/>
            </a:pPr>
            <a:r>
              <a:rPr lang="zh-CN" altLang="en-US" dirty="0"/>
              <a:t>难以重现脑组织中的空间位置关系与微环境特征</a:t>
            </a:r>
          </a:p>
          <a:p>
            <a:pPr marL="285750" indent="-285750">
              <a:buFont typeface="Arial" panose="020B0604020202020204" pitchFamily="34" charset="0"/>
              <a:buChar char="•"/>
            </a:pPr>
            <a:r>
              <a:rPr lang="zh-CN" altLang="en-US" dirty="0"/>
              <a:t>无法真实呈现细胞命运决定、神经环路形成及复杂疾病表型</a:t>
            </a:r>
            <a:endParaRPr lang="zh-CN" altLang="zh-CN" dirty="0"/>
          </a:p>
        </p:txBody>
      </p:sp>
      <p:sp>
        <p:nvSpPr>
          <p:cNvPr id="3" name="文本框 2">
            <a:extLst>
              <a:ext uri="{FF2B5EF4-FFF2-40B4-BE49-F238E27FC236}">
                <a16:creationId xmlns:a16="http://schemas.microsoft.com/office/drawing/2014/main" id="{5BEE3880-A4E4-4C6D-4DAE-772FC4E88049}"/>
              </a:ext>
            </a:extLst>
          </p:cNvPr>
          <p:cNvSpPr txBox="1"/>
          <p:nvPr/>
        </p:nvSpPr>
        <p:spPr>
          <a:xfrm>
            <a:off x="330104" y="1305312"/>
            <a:ext cx="5827236" cy="400110"/>
          </a:xfrm>
          <a:prstGeom prst="rect">
            <a:avLst/>
          </a:prstGeom>
          <a:noFill/>
        </p:spPr>
        <p:txBody>
          <a:bodyPr wrap="none" rtlCol="0">
            <a:spAutoFit/>
          </a:bodyPr>
          <a:lstStyle/>
          <a:p>
            <a:r>
              <a:rPr lang="zh-CN" altLang="zh-CN" sz="2000" b="1" dirty="0"/>
              <a:t>现有研究方法无法模拟人类特有脑发育与疾病机制</a:t>
            </a:r>
          </a:p>
        </p:txBody>
      </p:sp>
      <p:sp>
        <p:nvSpPr>
          <p:cNvPr id="6" name="文本框 5">
            <a:extLst>
              <a:ext uri="{FF2B5EF4-FFF2-40B4-BE49-F238E27FC236}">
                <a16:creationId xmlns:a16="http://schemas.microsoft.com/office/drawing/2014/main" id="{27E176A0-426D-E1AB-E70C-26F2AEBF7F76}"/>
              </a:ext>
            </a:extLst>
          </p:cNvPr>
          <p:cNvSpPr txBox="1"/>
          <p:nvPr/>
        </p:nvSpPr>
        <p:spPr>
          <a:xfrm>
            <a:off x="6910340" y="1232386"/>
            <a:ext cx="4619017" cy="707886"/>
          </a:xfrm>
          <a:prstGeom prst="rect">
            <a:avLst/>
          </a:prstGeom>
          <a:noFill/>
        </p:spPr>
        <p:txBody>
          <a:bodyPr wrap="square" rtlCol="0">
            <a:spAutoFit/>
          </a:bodyPr>
          <a:lstStyle/>
          <a:p>
            <a:r>
              <a:rPr lang="zh-CN" altLang="zh-CN" sz="2000" b="1" dirty="0"/>
              <a:t>二维脑细胞培养无法重现复杂病理结构与空间微环境</a:t>
            </a:r>
          </a:p>
        </p:txBody>
      </p:sp>
      <p:sp>
        <p:nvSpPr>
          <p:cNvPr id="8" name="AutoShape 2" descr="Medical Team Diagnosing Brain Conditions 的图像结果">
            <a:extLst>
              <a:ext uri="{FF2B5EF4-FFF2-40B4-BE49-F238E27FC236}">
                <a16:creationId xmlns:a16="http://schemas.microsoft.com/office/drawing/2014/main" id="{47736B9B-3D64-FD00-46F5-9CFF0D09AC1B}"/>
              </a:ext>
            </a:extLst>
          </p:cNvPr>
          <p:cNvSpPr>
            <a:spLocks noChangeAspect="1" noChangeArrowheads="1"/>
          </p:cNvSpPr>
          <p:nvPr/>
        </p:nvSpPr>
        <p:spPr bwMode="auto">
          <a:xfrm>
            <a:off x="5205413" y="2533650"/>
            <a:ext cx="1781175" cy="17907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pic>
        <p:nvPicPr>
          <p:cNvPr id="13" name="图片 12">
            <a:extLst>
              <a:ext uri="{FF2B5EF4-FFF2-40B4-BE49-F238E27FC236}">
                <a16:creationId xmlns:a16="http://schemas.microsoft.com/office/drawing/2014/main" id="{06BA9124-63D4-5023-3ED0-598BD44525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76089" y="3815136"/>
            <a:ext cx="1830125" cy="1143828"/>
          </a:xfrm>
          <a:prstGeom prst="rect">
            <a:avLst/>
          </a:prstGeom>
        </p:spPr>
      </p:pic>
      <p:pic>
        <p:nvPicPr>
          <p:cNvPr id="1030" name="Picture 6" descr="laboratory white mouse isolated on white background">
            <a:extLst>
              <a:ext uri="{FF2B5EF4-FFF2-40B4-BE49-F238E27FC236}">
                <a16:creationId xmlns:a16="http://schemas.microsoft.com/office/drawing/2014/main" id="{56948CCC-69FB-A050-C448-6EF1678F62D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32288" t="27634" r="30741" b="25122"/>
          <a:stretch>
            <a:fillRect/>
          </a:stretch>
        </p:blipFill>
        <p:spPr bwMode="auto">
          <a:xfrm>
            <a:off x="154527" y="3885549"/>
            <a:ext cx="1052925" cy="897005"/>
          </a:xfrm>
          <a:prstGeom prst="rect">
            <a:avLst/>
          </a:prstGeom>
          <a:noFill/>
          <a:extLst>
            <a:ext uri="{909E8E84-426E-40DD-AFC4-6F175D3DCCD1}">
              <a14:hiddenFill xmlns:a14="http://schemas.microsoft.com/office/drawing/2010/main">
                <a:solidFill>
                  <a:srgbClr val="FFFFFF"/>
                </a:solidFill>
              </a14:hiddenFill>
            </a:ext>
          </a:extLst>
        </p:spPr>
      </p:pic>
      <p:pic>
        <p:nvPicPr>
          <p:cNvPr id="15" name="图片 14">
            <a:extLst>
              <a:ext uri="{FF2B5EF4-FFF2-40B4-BE49-F238E27FC236}">
                <a16:creationId xmlns:a16="http://schemas.microsoft.com/office/drawing/2014/main" id="{CDA183C4-2C10-FEA3-FA88-C0374B4B634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860693" y="4204363"/>
            <a:ext cx="3754508" cy="2111911"/>
          </a:xfrm>
          <a:prstGeom prst="rect">
            <a:avLst/>
          </a:prstGeom>
        </p:spPr>
      </p:pic>
      <p:pic>
        <p:nvPicPr>
          <p:cNvPr id="22" name="图片 21">
            <a:extLst>
              <a:ext uri="{FF2B5EF4-FFF2-40B4-BE49-F238E27FC236}">
                <a16:creationId xmlns:a16="http://schemas.microsoft.com/office/drawing/2014/main" id="{F24AEAB9-B3B3-B179-F612-47CD213FC1D4}"/>
              </a:ext>
            </a:extLst>
          </p:cNvPr>
          <p:cNvPicPr>
            <a:picLocks noChangeAspect="1"/>
          </p:cNvPicPr>
          <p:nvPr/>
        </p:nvPicPr>
        <p:blipFill>
          <a:blip r:embed="rId7" cstate="print">
            <a:extLst>
              <a:ext uri="{28A0092B-C50C-407E-A947-70E740481C1C}">
                <a14:useLocalDpi xmlns:a14="http://schemas.microsoft.com/office/drawing/2010/main" val="0"/>
              </a:ext>
            </a:extLst>
          </a:blip>
          <a:srcRect t="20132"/>
          <a:stretch>
            <a:fillRect/>
          </a:stretch>
        </p:blipFill>
        <p:spPr>
          <a:xfrm>
            <a:off x="3698793" y="3619282"/>
            <a:ext cx="1781175" cy="2058865"/>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a:lstStyle/>
          <a:p>
            <a:r>
              <a:rPr lang="zh-CN" altLang="en-US"/>
              <a:t>社会价值</a:t>
            </a:r>
          </a:p>
        </p:txBody>
      </p:sp>
      <p:sp>
        <p:nvSpPr>
          <p:cNvPr id="4" name="文本框 3"/>
          <p:cNvSpPr txBox="1"/>
          <p:nvPr/>
        </p:nvSpPr>
        <p:spPr>
          <a:xfrm>
            <a:off x="258418" y="1395789"/>
            <a:ext cx="3636038" cy="2862322"/>
          </a:xfrm>
          <a:prstGeom prst="rect">
            <a:avLst/>
          </a:prstGeom>
          <a:noFill/>
        </p:spPr>
        <p:txBody>
          <a:bodyPr wrap="square" rtlCol="0">
            <a:spAutoFit/>
          </a:bodyPr>
          <a:lstStyle/>
          <a:p>
            <a:r>
              <a:rPr lang="zh-CN" altLang="en-US" b="1" dirty="0"/>
              <a:t>改善公共健康</a:t>
            </a:r>
          </a:p>
          <a:p>
            <a:pPr marL="285750" indent="-285750">
              <a:buFont typeface="Arial" panose="020B0604020202020204" pitchFamily="34" charset="0"/>
              <a:buChar char="•"/>
            </a:pPr>
            <a:r>
              <a:rPr lang="zh-CN" altLang="en-US" dirty="0"/>
              <a:t>可用于在体外重建人脑发育及疾病过程</a:t>
            </a:r>
            <a:endParaRPr lang="en-US" altLang="zh-CN" dirty="0"/>
          </a:p>
          <a:p>
            <a:pPr marL="285750" indent="-285750">
              <a:buFont typeface="Arial" panose="020B0604020202020204" pitchFamily="34" charset="0"/>
              <a:buChar char="•"/>
            </a:pPr>
            <a:r>
              <a:rPr lang="zh-CN" altLang="en-US" dirty="0"/>
              <a:t>为阿尔茨海默病等神经系统疾病提供更接近人体真实状态的研究模型</a:t>
            </a:r>
            <a:endParaRPr lang="en-US" altLang="zh-CN" dirty="0"/>
          </a:p>
          <a:p>
            <a:pPr marL="285750" indent="-285750">
              <a:buFont typeface="Arial" panose="020B0604020202020204" pitchFamily="34" charset="0"/>
              <a:buChar char="•"/>
            </a:pPr>
            <a:r>
              <a:rPr lang="zh-CN" altLang="en-US" dirty="0"/>
              <a:t>模拟复杂病理过程，支持候选干预策略的早期筛选与评估</a:t>
            </a:r>
          </a:p>
          <a:p>
            <a:pPr marL="285750" indent="-285750">
              <a:buFont typeface="Arial" panose="020B0604020202020204" pitchFamily="34" charset="0"/>
              <a:buChar char="•"/>
            </a:pPr>
            <a:r>
              <a:rPr lang="zh-CN" altLang="en-US" dirty="0"/>
              <a:t>有助于降低研发成本，提升研究与转化效率</a:t>
            </a:r>
          </a:p>
        </p:txBody>
      </p:sp>
      <p:sp>
        <p:nvSpPr>
          <p:cNvPr id="6" name="文本框 5"/>
          <p:cNvSpPr txBox="1"/>
          <p:nvPr/>
        </p:nvSpPr>
        <p:spPr>
          <a:xfrm>
            <a:off x="4340088" y="1396206"/>
            <a:ext cx="3715910" cy="2862322"/>
          </a:xfrm>
          <a:prstGeom prst="rect">
            <a:avLst/>
          </a:prstGeom>
          <a:noFill/>
        </p:spPr>
        <p:txBody>
          <a:bodyPr wrap="square" rtlCol="0">
            <a:spAutoFit/>
          </a:bodyPr>
          <a:lstStyle/>
          <a:p>
            <a:r>
              <a:rPr lang="zh-CN" altLang="en-US" b="1" dirty="0"/>
              <a:t>助力未来科技发展</a:t>
            </a:r>
          </a:p>
          <a:p>
            <a:pPr marL="285750" indent="-285750">
              <a:buFont typeface="Arial" panose="020B0604020202020204" pitchFamily="34" charset="0"/>
              <a:buChar char="•"/>
            </a:pPr>
            <a:r>
              <a:rPr lang="zh-CN" altLang="en-US" dirty="0"/>
              <a:t>为解析人脑神经网络结构与信息处理机制提供了实验平台</a:t>
            </a:r>
            <a:endParaRPr lang="en-US" altLang="zh-CN" dirty="0"/>
          </a:p>
          <a:p>
            <a:pPr marL="285750" indent="-285750">
              <a:buFont typeface="Arial" panose="020B0604020202020204" pitchFamily="34" charset="0"/>
              <a:buChar char="•"/>
            </a:pPr>
            <a:r>
              <a:rPr lang="zh-CN" altLang="en-US" dirty="0"/>
              <a:t>为</a:t>
            </a:r>
            <a:r>
              <a:rPr lang="zh-CN" altLang="en-US" b="1" dirty="0"/>
              <a:t>人工智能</a:t>
            </a:r>
            <a:r>
              <a:rPr lang="zh-CN" altLang="en-US" dirty="0"/>
              <a:t>中的神经网络建模提供生物学依据</a:t>
            </a:r>
            <a:endParaRPr lang="en-US" altLang="zh-CN" dirty="0"/>
          </a:p>
          <a:p>
            <a:pPr marL="285750" indent="-285750">
              <a:buFont typeface="Arial" panose="020B0604020202020204" pitchFamily="34" charset="0"/>
              <a:buChar char="•"/>
            </a:pPr>
            <a:r>
              <a:rPr lang="zh-CN" altLang="en-US" dirty="0"/>
              <a:t>可用于研究神经信号产生与传递规律</a:t>
            </a:r>
            <a:endParaRPr lang="en-US" altLang="zh-CN" dirty="0"/>
          </a:p>
          <a:p>
            <a:pPr marL="285750" indent="-285750">
              <a:buFont typeface="Arial" panose="020B0604020202020204" pitchFamily="34" charset="0"/>
              <a:buChar char="•"/>
            </a:pPr>
            <a:r>
              <a:rPr lang="zh-CN" altLang="en-US" dirty="0"/>
              <a:t>为</a:t>
            </a:r>
            <a:r>
              <a:rPr lang="zh-CN" altLang="en-US" b="1" dirty="0"/>
              <a:t>脑机接口</a:t>
            </a:r>
            <a:r>
              <a:rPr lang="zh-CN" altLang="en-US" dirty="0"/>
              <a:t>技术中信号解码、神经调控及人机交互机制提供实验支撑</a:t>
            </a:r>
          </a:p>
        </p:txBody>
      </p:sp>
      <p:sp>
        <p:nvSpPr>
          <p:cNvPr id="8" name="文本框 7"/>
          <p:cNvSpPr txBox="1"/>
          <p:nvPr/>
        </p:nvSpPr>
        <p:spPr>
          <a:xfrm>
            <a:off x="8616839" y="1395789"/>
            <a:ext cx="2799080" cy="1477328"/>
          </a:xfrm>
          <a:prstGeom prst="rect">
            <a:avLst/>
          </a:prstGeom>
          <a:noFill/>
        </p:spPr>
        <p:txBody>
          <a:bodyPr wrap="square" rtlCol="0">
            <a:spAutoFit/>
          </a:bodyPr>
          <a:lstStyle/>
          <a:p>
            <a:r>
              <a:rPr lang="zh-CN" altLang="en-US" b="1" dirty="0"/>
              <a:t>带动就业</a:t>
            </a:r>
          </a:p>
          <a:p>
            <a:r>
              <a:rPr lang="zh-CN" altLang="en-US" dirty="0"/>
              <a:t>直接或间接创造</a:t>
            </a:r>
            <a:r>
              <a:rPr lang="en-US" altLang="zh-CN" dirty="0"/>
              <a:t>10</a:t>
            </a:r>
            <a:r>
              <a:rPr lang="zh-CN" altLang="en-US" dirty="0"/>
              <a:t>＋就业岗位，带动生物医药等上下游产业发展，促进海南省医药与人才发展。</a:t>
            </a:r>
          </a:p>
        </p:txBody>
      </p:sp>
      <p:pic>
        <p:nvPicPr>
          <p:cNvPr id="9" name="图片 8">
            <a:extLst>
              <a:ext uri="{FF2B5EF4-FFF2-40B4-BE49-F238E27FC236}">
                <a16:creationId xmlns:a16="http://schemas.microsoft.com/office/drawing/2014/main" id="{6562EA6D-4DEF-3A78-E30E-0AE711623407}"/>
              </a:ext>
            </a:extLst>
          </p:cNvPr>
          <p:cNvPicPr>
            <a:picLocks noChangeAspect="1"/>
          </p:cNvPicPr>
          <p:nvPr/>
        </p:nvPicPr>
        <p:blipFill>
          <a:blip r:embed="rId4"/>
          <a:srcRect l="628" t="1415" r="1309" b="1411"/>
          <a:stretch>
            <a:fillRect/>
          </a:stretch>
        </p:blipFill>
        <p:spPr>
          <a:xfrm>
            <a:off x="405636" y="4665130"/>
            <a:ext cx="3107584" cy="2051929"/>
          </a:xfrm>
          <a:prstGeom prst="rect">
            <a:avLst/>
          </a:prstGeom>
        </p:spPr>
      </p:pic>
      <p:pic>
        <p:nvPicPr>
          <p:cNvPr id="11" name="图片 10">
            <a:extLst>
              <a:ext uri="{FF2B5EF4-FFF2-40B4-BE49-F238E27FC236}">
                <a16:creationId xmlns:a16="http://schemas.microsoft.com/office/drawing/2014/main" id="{1CBCCA15-8C35-BB69-53FB-403B16E55C67}"/>
              </a:ext>
            </a:extLst>
          </p:cNvPr>
          <p:cNvPicPr>
            <a:picLocks noChangeAspect="1"/>
          </p:cNvPicPr>
          <p:nvPr/>
        </p:nvPicPr>
        <p:blipFill>
          <a:blip r:embed="rId5" cstate="print">
            <a:extLst>
              <a:ext uri="{28A0092B-C50C-407E-A947-70E740481C1C}">
                <a14:useLocalDpi xmlns:a14="http://schemas.microsoft.com/office/drawing/2010/main" val="0"/>
              </a:ext>
            </a:extLst>
          </a:blip>
          <a:srcRect b="4562"/>
          <a:stretch>
            <a:fillRect/>
          </a:stretch>
        </p:blipFill>
        <p:spPr>
          <a:xfrm>
            <a:off x="4516999" y="4750933"/>
            <a:ext cx="3301302" cy="1966126"/>
          </a:xfrm>
          <a:prstGeom prst="rect">
            <a:avLst/>
          </a:prstGeom>
        </p:spPr>
      </p:pic>
      <p:pic>
        <p:nvPicPr>
          <p:cNvPr id="13" name="图片 12">
            <a:extLst>
              <a:ext uri="{FF2B5EF4-FFF2-40B4-BE49-F238E27FC236}">
                <a16:creationId xmlns:a16="http://schemas.microsoft.com/office/drawing/2014/main" id="{803A6477-BF3B-6256-5EB5-45F8E0488830}"/>
              </a:ext>
            </a:extLst>
          </p:cNvPr>
          <p:cNvPicPr>
            <a:picLocks noChangeAspect="1"/>
          </p:cNvPicPr>
          <p:nvPr/>
        </p:nvPicPr>
        <p:blipFill>
          <a:blip r:embed="rId6"/>
          <a:stretch>
            <a:fillRect/>
          </a:stretch>
        </p:blipFill>
        <p:spPr>
          <a:xfrm>
            <a:off x="8884349" y="4750933"/>
            <a:ext cx="3052744" cy="1966126"/>
          </a:xfrm>
          <a:prstGeom prst="rect">
            <a:avLst/>
          </a:prstGeom>
        </p:spPr>
      </p:pic>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3.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Lst>
</file>

<file path=ppt/tags/tag6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65.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Lst>
</file>

<file path=ppt/tags/tag6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TotalTime>
  <Words>283</Words>
  <Application>Microsoft Office PowerPoint</Application>
  <PresentationFormat>宽屏</PresentationFormat>
  <Paragraphs>26</Paragraphs>
  <Slides>2</Slides>
  <Notes>0</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2</vt:i4>
      </vt:variant>
    </vt:vector>
  </HeadingPairs>
  <TitlesOfParts>
    <vt:vector size="5" baseType="lpstr">
      <vt:lpstr>Arial</vt:lpstr>
      <vt:lpstr>Wingdings</vt:lpstr>
      <vt:lpstr>WPS</vt:lpstr>
      <vt:lpstr>项目背景</vt:lpstr>
      <vt:lpstr>社会价值</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Civet Ruo</cp:lastModifiedBy>
  <cp:revision>184</cp:revision>
  <dcterms:created xsi:type="dcterms:W3CDTF">2019-06-19T02:08:00Z</dcterms:created>
  <dcterms:modified xsi:type="dcterms:W3CDTF">2026-04-19T03:27:26Z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1DF5EB3808D54AAEBFC2757FE758B38F_11</vt:lpwstr>
  </property>
</Properties>
</file>